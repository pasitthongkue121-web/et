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DESIGN THINKING PLAYBOOK &amp; PITCHING</a:t>
            </a:r>
          </a:p>
          <a:p>
            <a:pPr>
              <a:spcAft>
                <a:spcPts val="1500"/>
              </a:spcAft>
              <a:defRPr sz="3200" b="1">
                <a:solidFill>
                  <a:srgbClr val="FFFFFF"/>
                </a:solidFill>
              </a:defRPr>
            </a:pPr>
            <a:r>
              <a:t>คู่มือปั้นนวัตกรรมฉบับนักศึกษา “จากไอเดียสู่เว็บแอปพลิเคชัน”</a:t>
            </a:r>
          </a:p>
          <a:p>
            <a:pPr>
              <a:spcAft>
                <a:spcPts val="3000"/>
              </a:spcAft>
              <a:defRPr sz="1800">
                <a:solidFill>
                  <a:srgbClr val="CBD5E1"/>
                </a:solidFill>
              </a:defRPr>
            </a:pPr>
            <a:r>
              <a:t>กรณีศึกษา CampusRide — แพลตฟอร์มสองด้าน (Two-Sided Platform) เรียกรถรับส่งภายในมหาวิทยาลัย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วิชาแนวคิดแบบผู้ประกอบการ ประจำภาคการศึกษาที่ 1/2569</a:t>
            </a:r>
            <a:br/>
            <a:r>
              <a:t>คณะครุศาสตร์อุตสาหกรรมและเทคโนโลยี มหาวิทยาลัยเทคโนโลยีราชมงคลศรีวิชัย</a:t>
            </a:r>
            <a:br/>
            <a:r>
              <a:t>อาจารย์ที่ปรึกษา: ผศ.ดร.ไชยยะ ธนพัฒน์ศิริ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FOUNDATION · กรอบคิดนวัตกรรมระดับโลก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สามเสาหลัก (Sweet Spot) &amp; สี่กฎเหล็กของนักออกแบบ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สมดุลของนวัตกรรมที่ยั่งยืน และกรอบความคิดแบบผู้ประกอบการเทคโนโลยี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ความต้องการของคน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Desirability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หัวใจ: ความต้องการของมนุษย์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คำถามหลัก: 'มีคนต้องการสิ่งนี้จริงหรือไม่?'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ต้องเข้าใจ Pain Point และแก้ปัญหาได้ตรงจุด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ตรวจสอบในขั้นตอน: Empathize, Define,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เทคโนโลยีและความเป็นไปได้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Feasibility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หัวใจ: ความเป็นไปได้ทางเทคนิค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คำถามหลัก: 'เราสร้างได้จริงด้วยทรัพยากรที่มีไหม?'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ใช้ Google Apps Script + Google Sheets + AI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ตรวจสอบในขั้นตอน: Ideate, Prototype,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202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ความยั่งยืนทางการเงิน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3. Viability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หัวใจ: ความอยู่รอดทางธุรกิจ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คำถามหลัก: 'สิ่งนี้จะสร้างรายได้และยั่งยืนไหม?'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ทดสอบด้วย Fake Door / Pre-order จริง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ตรวจสอบในขั้นตอน: Test &amp; Iterate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7286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3628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MINDSET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4 กฎเหล็กของนักออกแบบนวัตกรรม (Core Mindsets)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Iterative Process คือหัวใจ: ย้อนกลับไปทำซ้ำไม่ใช่ความล้มเหลว แต่คือ Learning Loop และการ Pivot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User กับ Customer อาจไม่ใช่คนเดียวกัน: แยกให้ออกระหว่างผู้ใช้งานแอปฯ กับผู้มีอำนาจจ่ายเงิน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Deploy Empathy ก่อน Solution: อย่าเพิ่งสร้างฟีเจอร์ถ้ายังไม่เข้าใจ Pain Point ที่แท้จริงของผู้ใช้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Fail Fast, Fail Cheap: ล้มเหลวให้เร็วและประหยัดที่สุด เพื่อลดต้นทุนความผิดพลาดในการสร้างจริง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ขั้นตอนที่ 1 · EMPATHIZE (นาทีที่ 0:00 - 1:00)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เข้าใจ ให้ถึงใจ: สำรวจ Pain Point เชิงลึก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เครื่องมือภาคสนาม AEIOU และเทคนิคขุดลึกสาเหตุรากเหง้าด้วย 5 Whys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CONTEXTUAL OBSERVATION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กรอบการสังเกตการณ์ AEIOU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Activities (กิจกรรม): นักศึกษาเร่งรีบข้ามสะพานลอย หอบหนังสือและโน้ตบุ๊ก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Environment (สิ่งแวดล้อม): มหาวิทยาลัยมีพื้นที่กว้างมาก แดดร้อนจัดและฝนตกบ่อย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Interactions (ปฏิสัมพันธ์): ต่อแถวรอวินมอเตอร์ไซค์หน้าประตูยาวเหยียด วินขาดช่วงเร่งด่วน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Objects (สิ่งของ): สมาร์ทโฟนที่เปิดแอปฯ เช็คชื่อคาบเรียน, กระเป๋าหนังสือ, รถมอเตอร์ไซค์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Users (ผู้ใช้): นักศึกษาปี 1 ไม่ชำนาญเส้นทาง และนักศึกษารุ่นพี่ที่มีรถจักรยานยนต์ส่วนตัว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ข้อค้นพบสำคัญ: การเดินข้ามตึกใช้เวลา 20-30 นาที ทำให้เข้าเรียนสายเป็นประจำ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ROOT CAUSE ANALYSIS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เทคนิคขุดรากเหง้าด้วย 5 Whys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 1: ทำไมถึงยอมจ่ายค่ามอเตอร์ไซค์รับจ้างแพงกว่าปกติ?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คำตอบ: เพราะกลัวเข้าห้องเรียนสายระหว่างเปลี่ยนคาบ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 2: ทำไมถึงกลัวเข้าเรียนสาย?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คำตอบ: เพราะอาจารย์บางวิชาปิดประตูห้องและเช็คชื่อตรงเวลาเป๊ะ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 3: ทำไมการเดินปกติถึงไปไม่ทัน?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คำตอบ: คาบเรียนเช้าและบ่ายอยู่คนละฟากมหาวิทยาลัย ระยะทางไกล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 4: ทำไมไม่มีทางเลือกอื่น?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คำตอบ: มอเตอร์ไซค์รับจ้างคิวแน่น และค่าบริการสูงถึง 30-40 บาท/เที่ยว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Root Cause (สาเหตุแท้จริง): ขาดระบบขนส่งราคาประหยัดที่เชื่อมตึกเรียนตามตารางเวลาเรียน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ขั้นตอนที่ 2 · DEFINE (นาทีที่ 1:00 - 2:00)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สังเคราะห์ข้อมูล เพื่อตีโจทย์แพลตฟอร์มสองด้าน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สร้าง Persona ตัวแทนผู้ใช้จริงทั้งฝั่งผู้รับบริการ (Consumer) และผู้ให้บริการ (Provider)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CONSUMER PERSONA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Persona: ฝั่งผู้รับบริการ (Consumer)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ชื่อ: น้องปาล์ม รีบไปเรียน (อายุ 19 ปี, นักศึกษาปี 1)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เป้าหมาย: เดินทางข้ามฝั่งมหาวิทยาลัยให้ทันคาบเรียนถัดไปโดยไม่ถูกเช็คชื่อสาย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Pain Point: มอเตอร์ไซค์รับจ้างแพงช่วงเร่งด่วน และต้องยืนรอคิวกลางแดดนาน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คุณค่าที่ต้องการ: เรียกรถได้ภายใน 5 นาที ราคาประหยัด เห็นตำแหน่งคนขับแบบเรียลไทม์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พฤติกรรม: ใช้สมาร์ทโฟนเป็นหลัก คุ้นเคยกับการกดเรียกรถแอปฯ ยอดนิยม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PROVIDER PERSONA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Persona: ฝั่งผู้ให้บริการ (Provider)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ชื่อ: พี่บอล อยากมีรายได้เสริม (อายุ 21 ปี, นักศึกษาปี 3)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เป้าหมาย: มีรถมอเตอร์ไซค์ส่วนตัว อยากหารายได้พิเศษช่วงว่างระหว่างคาบ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Pain Point: ไม่สามารถทำงานพิเศษประจำได้เพราะตารางเรียนไม่แน่นอน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ความกังวล: กังวลเรื่องความปลอดภัย และกลัวถูกโกงค่าโดยสารหรือไม่จ่ายเงิน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คุณค่าที่ต้องการ: เลือกเวลารับงานได้อิสระ และระบบยืนยันตัวตนคนนั่งด้วยอีเมลสถาบัน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728655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PROBLEM STATEMENTS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คมคำนิยามปัญหา (Problem Statements)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ฝั่ง Consumer: 'น้องปาล์มต้องการวิธีเดินทางข้ามมหาวิทยาลัยที่รวดเร็วและราคาย่อมเยา เพราะกลัวเข้าเรียนสายและไม่อยากจ่ายแพงเกินจริง'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ฝั่ง Provider: 'พี่บอลต้องการช่องทางหารายได้เสริมที่มีความยืดหยุ่นและปลอดภัย เพราะอยากใช้เวลาว่างให้เกิดประโยชน์โดยไม่กระทบการเรียน'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ขั้นตอนที่ 3 · IDEATE (นาทีที่ 2:00 - 3:00)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ระดมไอเดียแบบ Crazy 8 &amp; คัดเลือกฟีเจอร์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Divergent Thinking สู่ Convergent Thinking ด้วย Feature Prioritization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749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DIVERGENT THINKING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เทคนิค Crazy 8 (ระดม 8 ไอเดียใน 8 นาที)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1: ปุ่มกดเรียกรถแบบ One-touch ด่วน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2: แผนที่แสดงตำแหน่งรถแบบเรียลไทม์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3: ระบบแชร์รถทางเดียวกันหารค่าบริการ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4: ระบบจองคิวรถล่วงหน้าก่อนหมดคาบ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5: สแกนจ่ายด้วย PromptPay QR Code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6: ระบบให้คะแนนและรีวิวคนขับ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7: โหมดฉุกเฉินตอนฝนตกหนัก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8: กระดานจับคู่เพื่อนคณะเดียวกัน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กฎเหล็ก: เน้นปริมาณก่อนคุณภาพ ไม่ตัดสินไอเดีย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737360"/>
            <a:ext cx="633953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920240"/>
            <a:ext cx="5973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FEATURE MATRIX &amp; MVP SCOPING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Feature Prioritization Matrix (จัดลำดับฟีเจอร์สร้าง MVP)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MUST-HAVE (แกนหลักที่ต้องมีใน Prototype สองด้าน):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1. [Consumer] ปุ่มเรียกรถและเลือกรอบบริการ — เพื่อตอบโจทย์ความเร่งรีบในการเดินทาง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2. [Consumer] ตารางรอบรถว่างและราคาชัดเจน — ตัดสินใจได้ทันทีโดยไม่ต้องรอ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3. [Provider] ฟอร์มสร้างรอบให้บริการ (เส้นทาง/ราคา) — ให้คนขับประกาศรอบว่างตามสะดวก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4. [Both] ยืนยันตัวตนด้วยอีเมลมหาวิทยาลัย (.ac.th) — สร้าง Trust &amp; Safety ระหว่างสองฝั่ง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NICE-TO-HAVE (เก็บไว้พัฒนาในเฟสถัดไปเพื่อไม่ให้ Scope บานปลาย):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[Consumer] ระบบแชร์รถหารค่าโดยสาร (GrabShare Style) — ดีไซน์ซับซ้อนเกินไปในรอบแรก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[Both] ระบบคะแนนรีวิวคนขับและผู้โดยสาร — สร้างความน่าเชื่อถือในระยะยาว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ขั้นตอนที่ 4 · PROTOTYPE (รอบที่ 1: PAPER สู่ สถาปัตยกรรม)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จากภาพร่างกระดาษ สู่ระบบจริงด้วยพลัง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ทดสอบ Low-fidelity เพื่อ Fail Cheap ก่อนเชื่อมโยง Google Sheet + Apps 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LOW-FIDELITY PROTOTYPING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รอบที่ 1: Paper Prototype ทดสอบ 2 หน้าจอ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การทดสอบความละเอียดต่ำ (Low-Fidelity):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ร่างหน้าจอ Provider: ฟอร์มระบุเส้นทาง, กำหนดราคา, และปุ่ม 'เปิดรับผู้โดยสาร'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ร่างหน้าจอ Consumer: รายการรอบรถที่ว่าง และปุ่ม 'จองเลย'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กระบวนการทดสอบด้วยกระดาษ: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ให้เพื่อน 5 คนใช้นิ้วจิ้มแทนเมาส์ (Paper Prototyping Test)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ข้อค้นพบ: ผู้ใช้สับสนว่าต้องกดยืนยันอีกครั้งหรือไม่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ข้อดีตามกฎเหล็ก 'Fail Fast, Fail Cheap':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แก้ไขตำแหน่งปุ่มและคำอธิบายบนกระดาษได้ใน 10 วินาที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ป้องกันการสั่ง AI เขียนโค้ดในสิ่งที่ไม่ตอบโจทย์ตั้งแต่ต้น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TECH STACK &amp; ARCHITECTURE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สถาปัตยกรรมระบบ 3 ส่วน (Cloud Architecture)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Google Sheets (Database หลังบ้าน):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ชีต 'CampusRideData' จัดเก็บข้อมูลคอลัมน์: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  driverName | route | price | booked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Google Apps Script (Backend &amp; Serverless API):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ไฟล์ Code.gs ทำหน้าที่อ่าน/เขียนข้อมูลใน Sheet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เสิร์ฟไฟล์หน้าเว็บ HTML สองฝั่งผ่านฟังก์ชัน doGet()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Gemini &amp; Google Antigravity (AI Co-developer):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Agentic AI ช่วยวางแผนโครงสร้าง เขียนโค้ด Apps Script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ออกแบบ UI รองรับ Mobile-first ทั้งสองมุมมอง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ผลลัพธ์: Deploy เป็น Web App เข้าถึงได้ผ่าน URL บนมือถือทันที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ขั้นตอนที่ 4 · PROTOTYPE (การใช้ AI และโครงสร้างโค้ด)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ชุดคำสั่ง Prompt สั่งการ AI สร้างแอปสองด้าน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สร้างไฟล์ Code.gs, Provider.html และ Consumer.html โดยไม่ต้องเขียนโค้ดเอง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PROVIDER PROMPT &amp; SPECS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Prompt ฝั่งคนขับ (Provider.html)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พรอมต์สั่งงาน Gemini / Google Antigravity: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'ช่วยเขียนโค้ด Google Apps Script (Code.gs) และไฟล์ HTML ชื่อ Provider.html สำหรับเว็บแอปพลิเคชันที่เชื่อมกับ Google Sheet ชื่อ CampusRideData (คอลัมน์ driverName, route, price, booked)'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ข้อกำหนดฟังก์ชัน: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ฟอร์มกรอก ชื่อคนขับ, เส้นทาง, ราคา พร้อมปุ่ม 'เพิ่มรอบบริการ'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บันทึกข้อมูลขึ้น Google Sheet แบบ Real-time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แสดงตารางรอบบริการทั้งหมด พร้อมสถานะ 'ว่าง' หรือ 'มีผู้จองแล้ว'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4. ออกแบบ UI เรียบง่าย โทนสีฟ้า รองรับหน้าจอมือถือ (Responsive)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5. อธิบายวิธีการ Deploy เป็น Web App แบบ Anyone with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CONSUMER PROMPT &amp; SPECS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Prompt ฝั่งผู้โดยสาร (Consumer.html)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พรอมต์สั่งงาน Gemini / Google Antigravity: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'ช่วยเขียนไฟล์ HTML ชื่อ Consumer.html เพิ่มเติมจากโปรเจกต์เดิม โดยเชื่อมกับ Google Sheet เดียวกัน (CampusRideData)'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ข้อกำหนดฟังก์ชัน: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ดึงและแสดงเฉพาะรอบบริการที่มีสถานะ 'ว่าง' เท่านั้น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แสดงชื่อคนขับ เส้นทาง และราคาอย่างชัดเจน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มีปุ่ม 'จองเลย' ต่อท้ายแต่ละรายการ เมื่อกดแล้วให้อัปเดตสถานะในชีตเป็น 'มีผู้จองแล้ว' ทันที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4. แสดงข้อความแจ้งเตือนสีเขียวยืนยันการจองสำเร็จ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5. โทนสีฟ้าเข้ม สไตล์แอปพลิเคชันเรียกรถระดับสากล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การสาธิตผลงานจริง · LIVE DEMO (นาทีที่ 3:00 - 6:00)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ทดสอบระบบจริง: การเชื่อมต่อของสองฝั่งผ่าน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ข้อมูลไหลจากฝั่ง Provider สู่ Consumer และบันทึกลง Google Sheet แบบ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PROVIDER ACTION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Step 1: คนขับเพิ่มรอบ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หน้า: Provider.html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การทำงาน: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พี่บอลกรอกเส้นทาง: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'ตึก 1 ไป โรงอาหาร 2'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กำหนดราคา: 15 บาท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กดปุ่ม 'เพิ่มรอบบริการ'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ระบบส่งข้อมูลขึ้น Sheet ทันที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CLOUD SYNC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Step 2: ซิงค์ Cloud Database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ฐานข้อมูล: Google Sheet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การทำงาน: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ตารางเพิ่มแถวใหม่อัตโนมัติ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driverName: บอล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route: ตึก 1 -&gt; โรงอาหาร 2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price: 15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booked: 'ว่าง' (Available)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ปลอดภัย ไม่ต้องเช่า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CONSUMER ACTION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Step 3: ผู้โดยสารกดจอง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หน้า: Consumer.html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การทำงาน: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น้องปาล์มเปิดหน้ารายการ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เลือกรอบของพี่บอล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ตรวจสอบราคา 15 บาท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กดปุ่ม 'จองเลย'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ขึ้นแบนเนอร์เขียวยืนยันสำเร็จ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SYSTEM UPDATE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Step 4: อัปเดตสถานะ Realtime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ระบบ: Apps Script Trigger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การทำงาน: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สถานะในชีตเปลี่ยนเป็น 'มีผู้จองแล้ว'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รอบนี้หายจากหน้าค้นหา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ป้องกันการกดจองซ้ำ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ตอบโจทย์ Live Demo ครบทั้งสองฝั่ง (5 คะแนนเต็ม)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ขั้นตอนที่ 5 · USABILITY TESTING (นาทีที่ 6:00 - 7:00)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ผลการทดสอบกับผู้ใช้จริง 5 คน ด้วย Think Aloud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แบ่งบทบาท Moderator, Note-taker, Observer พบปัญหาจริงเพื่อนำไปปรับปรุง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FIELD USABILITY TESTING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บันทึกผลการทดสอบผู้ใช้ (Usability Record)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ภารกิจ 1 (Provider): เพิ่มรอบให้บริการผ่าน provider.html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สำเร็จ (ผู้ใช้พูด: 'อ๋อ กรอกเสร็จแล้วกดปุ่มนี้เลยใช่ไหม')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ปัญหาที่พบ: ผู้ใช้ลังเลเล็กน้อยตรงตำแหน่งปุ่มส่งข้อมูล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ภารกิจ 2 (Consumer): ค้นหาและจองรถผ่าน consumer.html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สำเร็จ (ผู้ใช้พูด: 'ดีนะ เห็นราคาก่อนกดจองเลย')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ปัญหาที่พบ: อยากให้มีข้อความแจ้งเตือนสีเขียวชัดเจนขึ้นหลังจอง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ภารกิจ 3 (Provider): ตรวจสอบสถานะหลังมีคนจอง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ไม่สำเร็จ (ผู้ใช้พูด: 'อ้าว ทำไมไม่เห็นอัปเดตว่าใครจอง')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ปัญหาที่พบ: หน้าจอฝั่งคนขับไม่รีเฟรชสถานะแบบอัตโนมัติ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ITERATION &amp; REFINEMENT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บทเรียนและการปรับปรุงแบบ Iterative Loop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ข้อค้นพบสำคัญ (Key Insight):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หน้าจอฝั่ง Provider ขาดระบบแจ้งเตือนแบบทันที (Push Notification) ทำให้คนขับไม่ทราบว่ามีผู้โดยสารกดจองแล้ว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การดำเนินการแก้ไขอย่างรวดเร็ว (Pivot / Tweak):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กลับไปสั่ง AI เพิ่มเติม: 'ช่วยเพิ่มการแจ้งเตือนแถบสีแดงและเสียงเตือนบนหน้า Provider เมื่อมีคนจองรอบแล้ว'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AI แก้ไขโค้ดและส่งผลลัพธ์ใหม่ในเวลาไม่กี่นาที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คุณค่าของ Iteration: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พิสูจน์หลักการ 'การย้อนกลับไม่ใช่ความล้มเหลว แต่คือ Learning Loop'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นวัตกรรมสำเร็จด้วยการปรับปรุงจุดเล็ก ๆ ซ้ำแล้วซ้ำเล่า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ขั้นตอนที่ 5 · VIABILITY EXPERIMENT (ความยั่งยืนทางธุรกิจ)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ทดสอบความต้องการจ่ายเงินจริงด้วย Fake Door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หลักฐานเชิงประจักษ์ว่า 'มีคนยอมจ่ายเงินจริง' ก่อนลงทุนสร้างระบบเต็มรูปแบบ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EXPERIMENT SETUP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การออกแบบการทดลอง Fake Door Test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สมมติฐานทางธุรกิจ (Business Hypothesis):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นักศึกษายินดีจ่ายค่าบริการเสริมล่วงหน้าเพื่อการันตีว่าจะได้รถแน่นอน ไม่ต้องรอคิวในชั่วโมงเร่งด่วน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การสร้างประตูหลอก (Fake Door Setup):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สร้างแบนเนอร์บนหน้าแรกและโพสต์ในกลุ่มมหาวิทยาลัย: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'จองคิวรถรอบเช้าล่วงหน้า 5 บาท รับสิทธิ์ไม่ต้องรอคิวหน้างาน'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ติดตั้งปุ่มวัดอัตราการคลิก (Call-to-Action Click)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เปรียบเทียบกับเทคนิคอื่น: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ดีกว่าแบบสอบถาม เพราะแบบสอบถามวัดแค่ 'ความเห็น' แต่ Fake Door วัด 'พฤติกรรมจริง'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METRICS &amp; SIGNAL VALIDATION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ผลลัพธ์และตัวเลขชี้วัดความสำเร็จ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ตัวเลขผลลัพธ์จากการทดสอบ (Empirical Data):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จำนวนผู้เห็นข้อความทดสอบทั้งหมด: 120 คน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จำนวนผู้กดปุ่มแสดงความต้องการจองจริง: 43 คน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Conversion Rate สูงถึง: 35.8% (~36%)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การวิเคราะห์ความคุ้มค่าและทิศทางธุรกิจ: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ได้รับสัญญาณเชิงบวกชัดเจน (Strong Buying Signal)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ประมาณการรายได้: หากมีผู้ใช้งาน 300 เที่ยว/วัน หักค่า GP 10% แพลตฟอร์มจะมีรายได้ 450 บาท/วัน (คุ้มค่าดูแลระบบ)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สรุป: ไอเดียผ่านการตรวจสอบครบทั้งสามเสาหลัก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[✓] Desirability   [✓] Feasibility   [✓] Viability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บทสรุป · DECISION LOGIC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แผนผังการตัดสินใจเพื่อก้าวต่อไปของนวัตกรรม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ผลรวมของการปรับปรุงเล็ก ๆ น้อย ๆ และก้าวต่อไปสู่การ Scale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STAGE 1: PROBLEM-SOLUTION FIT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ระดับ 1: Desirability?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คำถามตรวจสอบ: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แก้ปัญหาได้จริงไหม?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[ผ่านเกณฑ์]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นักศึกษา 100% ตอบรับว่าลดเวลาเดินข้ามตึกจาก 25 นาทีเหลือ 5 นาที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ถ้าไม่ผ่าน: ต้องหยุดและย้อนกลับไป Define ปัญหาใหม่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STAGE 2: TECHNICAL VIABILITY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ระดับ 2: Feasibility?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คำถามตรวจสอบ: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สร้างได้และใช้งานง่ายไหม?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[ผ่านเกณฑ์หลัง Tweak]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ใช้งาน Google Apps Script + Sheets สำเร็จ 100%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ปรับแก้ตาม Usability Test: เพิ่มแจ้งเตือนคนขับและปุ่มที่ชัดเจนขึ้น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STAGE 3: COMMERCIAL VIABILITY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ระดับ 3: Viability?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คำถามตรวจสอบ: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มีสัญญาณคนยอมจ่ายเงินไหม?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[ผ่านเกณฑ์]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Fake Door Test ได้ผลตอบรับ 36% แสดงถึงความเต็มใจจ่าย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ก้าวต่อไป (Scale Up): ขยายจุดจอดรับส่ง และเชื่อมต่อระบบ PromptPay จริง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บทสรุป · Q&amp;A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สรุปบทเรียนและเปิดรับคำถาม (Ready for 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การประเมินผลตามเกณฑ์ Rubric Scoring เต็ม 100 คะแนน และ Pitching 20 คะแนน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KEY TAKEAWAYS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สรุปบทเรียนสำคัญจาก Playbook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'Empathy First': การรับฟังโดยไม่ตัดสินคือก้าวแรกของนวัตกรรมที่แท้จริง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'AI as a Co-creator': ไม่ต้องเขียนโค้ดเป็น แต่ต้องเขียน Prompt สื่อสารกับ AI ให้ชัดเจน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'Two-sided Alignment': แพลตฟอร์มสองด้านต้องสร้างคุณค่าให้ทั้งสองฝั่งเท่าเทียมกัน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4. 'Fail Fast, Fail Cheap': การทดสอบ Usability และ Fake Door ช่วยลดความเสี่ยงทางธุรกิจได้อย่างมหาศาล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5. นวัตกรรมไม่ได้จบที่การนำเสนอ แต่คือวงจรเรียนรู้ที่ไม่มีวันสิ้นสุด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OPEN FOR QUESTIONS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ความพร้อมในการตอบข้อซักถาม (Q&amp;A)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ประเด็นที่เตรียมพร้อมตอบข้อซักถาม: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ความปลอดภัยและความน่าเชื่อถือของผู้ขับขี่ (Safety Verification)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ความเสถียรของสถาปัตยกรรม Google Apps Script เมื่อผู้ใช้เพิ่มขึ้น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โมเดลรายได้และโครงสร้างการแบ่งรายได้คนขับ (Revenue Sharing Model)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ผลการทำ Usability Testing และ Iteration แผนงานในอนาคต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ขอขอบคุณคณาจารย์และเพื่อนร่วมชั้นทุกท่าน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คณะครุศาสตร์อุตสาหกรรมและเทคโนโลยี มทร.ศรีวิชัย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
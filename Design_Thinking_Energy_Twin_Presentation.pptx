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2D3EE"/>
                </a:solidFill>
              </a:defRPr>
            </a:pPr>
            <a:r>
              <a:t>DESIGN THINKING PLAYBOOK &amp; INNOVATION PITCHING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ENERGY TWINS AI</a:t>
            </a:r>
          </a:p>
          <a:p>
            <a:pPr>
              <a:spcAft>
                <a:spcPts val="2500"/>
              </a:spcAft>
              <a:defRPr sz="1700">
                <a:solidFill>
                  <a:srgbClr val="CBD5E1"/>
                </a:solidFill>
              </a:defRPr>
            </a:pPr>
            <a:r>
              <a:t>ระบบบริหารจัดการพลังงานบ้านอัจฉริยะคู่แฝดดิจิทัล &amp; AI พยากรณ์ค่าไฟฟ้า TOU สองด้าน (Two-Sided Platform)</a:t>
            </a:r>
          </a:p>
          <a:p>
            <a:pPr>
              <a:spcAft>
                <a:spcPts val="2500"/>
              </a:spcAft>
              <a:defRPr sz="1300">
                <a:solidFill>
                  <a:srgbClr val="34D399"/>
                </a:solidFill>
              </a:defRPr>
            </a:pPr>
            <a:r>
              <a:t>กระบวนการออกแบบนวัตกรรม 5 ขั้นตอน: Empathize · Define · Ideate · Prototype · Test</a:t>
            </a:r>
            <a:br/>
            <a:r>
              <a:t>สามเสาหลักแห่งความสำเร็จ: Desirability (ความต้องการ) · Feasibility (เทคโนโลยี) · Viability (ความยั่งยืนธุรกิจ)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วิชาแนวคิดแบบผู้ประกอบการ ประจำภาคการศึกษาที่ 1/2569</a:t>
            </a:r>
            <a:br/>
            <a:r>
              <a:t>คณะครุศาสตร์อุตสาหกรรมและเทคโนโลยี มหาวิทยาลัยเทคโนโลยีราชมงคลศรีวิชัย</a:t>
            </a:r>
            <a:br/>
            <a:r>
              <a:t>อาจารย์ที่ปรึกษา: ผศ.ดร.ไชยยะ ธนพัฒน์ศิริ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FOUNDATION · กรอบคิดนวัตกรรมระดับโลก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สามเสาหลัก (Sweet Spot) &amp; สี่กฎเหล็กแห่ง ENERGY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สมดุลระหว่างความต้องการลดค่าไฟ เทคโนโลยี IoT Digital Twin และความยั่งยืนทางธุรกิจ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28416" cy="228600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62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ความต้องการของมนุษย์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1. Desirability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หัวใจ: มนุษย์ต้องการลดค่าไฟ &amp; ควบคุมบ้าน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คำถามหลัก: 'เจ้าของบ้านต้องการสิ่งนี้จริงไหม?'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เบื่อบิลค่าไฟแพง ไม่รู้ว่าแอร์หรือ EV กินไฟเท่าไหร่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ตรวจสอบในขั้นตอน: Empathize, Define,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37360"/>
            <a:ext cx="3328416" cy="228600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920240"/>
            <a:ext cx="2962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ความเป็นไปได้ทางเทคนิค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2. Feasibility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หัวใจ: ความเป็นไปได้ทางวิศวกรรม &amp; AI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คำถามหลัก: 'เราสร้างได้จริงด้วย IoT และ AI ไหม?'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ใช้ ESP32 + PZEM-004T + FastAPI + Next.js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จำลอง 5 วงจร และ Digital Twin Thermodynamic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737360"/>
            <a:ext cx="3328416" cy="228600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920240"/>
            <a:ext cx="29626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ความยั่งยืนทางการเงิน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3. Viability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หัวใจ: ความคุ้มค่าทางธุรกิจและผลตอบแทน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คำถามหลัก: 'ประหยัดเงินได้จริงและคืนทุนเมื่อไหร่?'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สูตรค่าไฟ MEA/PEA Progressive 1.2 vs TOU 1.3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สร้างรายได้จาก SaaS Subscription &amp; ค่าติดตั้ง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10728655" cy="210312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036289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MINDSET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4 กฎเหล็กของนักออกแบบนวัตกรรมพลังงาน (Core Mindsets)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Iterative Process คือหัวใจ: การทดลองปรับตั้งค่าแอร์ 26°C หรือชิฟต์โหลด EV คือ Learning Loop ที่พิสูจน์ผลประหยัดได้จริง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User กับ Customer อาจไม่ใช่คนเดียวกัน: ผู้อยู่อาศัยในบ้านคือ User แต่เจ้าบ้าน/ผู้จ่ายค่าไฟหรือบริษัทจัดการพลังงานคือ Customer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Deploy Empathy ก่อน Solution: อย่าเพิ่งติดตั้งเซนเซอร์ราคาแพง ถ้ายังไม่รู้พฤติกรรมการเปิดใช้เครื่องใช้ไฟฟ้าและ Pain Point ของเจ้าบ้าน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Fail Fast, Fail Cheap: ทดสอบจำลองผ่าน Digital Twin ก่อนซื้ออุปกรณ์จริง ประหยัดกว่าการลองผิดลองถูกในระบบไฟฟ้าจริงหลายเท่าตัว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ขั้นตอนที่ 1 · EMPATHIZE (นาทีที่ 0:00 - 1:00)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เข้าใจ ให้ถึงใจ: สำรวจ Pain Point บิลค่าไฟบ้าน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เครื่องมือภาคสนาม AEIOU และเทคนิคขุดลึกสาเหตุรากเหง้าด้วย 5 Whys ในบ้านเรือน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75504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CONTEXTUAL OBSERVATION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กรอบการสังเกตการณ์ AEIOU ในบ้านอยู่อาศัย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Activities (กิจกรรม): เปิดแอร์ข้ามคืน ชาร์จไฟรถ EV ช่วงหัวค่ำ เสียบปลั๊กอุปกรณ์ทิ้งไว้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Environment (สิ่งแวดล้อม): สภาพอากาศเมืองไทยร้อนชื้น แดดจัดกลางวัน ค่าไฟพุ่งช่วงหน้าร้อน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Interactions (ปฏิสัมพันธ์): เห็นบิลค่าไฟตอนสิ้นเดือน ตกใจกับยอดเงินแต่ไม่รู้ว่ามาจากเครื่องไหน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Objects (สิ่งของ): มิเตอร์จานหมุน/มิเตอร์ดิจิทัล, ตู้คอนซูเมอร์ยูนิต, เครื่องปรับอากาศ, เบรกเกอร์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Users (ผู้ใช้): เจ้าของบ้านที่แบกรับค่าใช้จ่าย และสมาชิกในครอบครัวที่เปิดใช้งานตามความเคยชิน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ข้อค้นพบสำคัญ: บิลค่าไฟมาเดือนละครั้ง ไม่ทราบ Real-time ว่าโหลดตัวไหนกินไฟมากที่สุด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175504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ROOT CAUSE ANALYSIS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เทคนิคขุดรากเหง้าด้วย 5 Whys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คำถาม 1: ทำไมค่าไฟบ้านถึงพุ่งทะลุ 6,000-8,000 บาทต่อเดือน?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คำตอบ: เพราะเพิ่งซื้อรถยนต์ EV และเปิดแอร์ห้องนั่งเล่นพร้อมห้องนอน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คำถาม 2: ทำไมค่าไฟต่อหน่วยถึงแพงขึ้นมาก?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คำตอบ: มิเตอร์บ้านเป็นอัตราก้าวหน้า (Tier 3 เกิน 400 หน่วย พุ่งหน่วยละ 4.4217 บาท)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คำถาม 3: ทำไมไม่เปลี่ยนไปใช้มิเตอร์ TOU (Time of Use)?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คำตอบ: ไม่รู้ว่าช่วง Off-Peak คือกี่โมง และกลัวเปิดไฟช่วง On-Peak แล้วโดนหน่วยละ 5.51 บาท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คำถาม 4: ทำไมถึงไม่ชาร์จรถตอนกลางคืน?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คำตอบ: ไม่มีระบบแจ้งเตือนหรือระบบอัตโนมัติคอยควบคุมการสลับช่วงเวลา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Root Cause: ขาดเครื่องมือมอนิเตอร์และ Digital Twin จำลองค่าไฟเปรียบเทียบก่อนตัดสินใจ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ขั้นตอนที่ 2 · DEFINE (นาทีที่ 1:00 - 2:00)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สังเคราะห์โจทย์: สองฝั่งของแพลตฟอร์ม Energy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สร้าง Persona ตัวแทนผู้ใช้งานทั้งฝั่งเจ้าของบ้าน (Homeowner) และผู้ตรวจสอบ/จัดการพลังงาน (Auditor)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75504" cy="338328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0974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HOMEOWNER PERSONA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ฝั่งผู้รับบริการ (Consumer / เจ้าของบ้าน)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ชื่อ: พี่กิตติ เจ้าของบ้านติดโซลาร์ &amp; ขับ EV (อายุ 38 ปี)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เป้าหมาย: ลดค่าไฟบ้านจากเดือนละ 7,000 บาทให้เหลือต่ำกว่า 3,500 บาท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Pain Point: ไม่รู้ว่าโซลาร์เซลล์บนหลังคาผลิตไฟคุ้มไหม ชาร์จไฟ EV ถูกหรือแพง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คุณค่าที่ต้องการ: Dashboard ดูพลังงาน 5 วงจร Real-time พร้อมคำแนะนำย้ายเวลาโหลด (TOU)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พฤติกรรม: ชอบดูสรุปสถิติผ่านมือถือ ต้องการความสะดวกและเข้าใจง่าย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175504" cy="338328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20240"/>
            <a:ext cx="4809744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AUDITOR &amp; MANAGER PERSONA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ฝั่งผู้ให้บริการ (Provider / วิศวกรพลังงาน &amp; ช่างเทคนิค)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ชื่อ: ช่างเอก ผู้เชี่ยวชาญตรวจสอบระบบไฟฟ้า &amp; ติดตั้ง IoT (อายุ 32 ปี)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เป้าหมาย: มอนิเตอร์สุขภาพมิเตอร์บ้านลูกค้า วินิจฉัยไฟตก ไฟเกิน และความผิดปกติ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Pain Point: เข้าไปหน้างานตรวจสอบสายไฟทุกครั้งลำบาก ขาดข้อมูลประวัติย้อนหลัง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คุณค่าที่ต้องการ: ระบบ Pipeline Hub รับส่งข้อมูลจำลอง/จริง และส่งออกรายงาน CSV วิเคราะห์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พฤติกรรม: ทำงานผ่านคอมพิวเตอร์และเว็บแอป ต้องการข้อมูลตัวเลข kW, kWh, V, A แม่นยำ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57800"/>
            <a:ext cx="10728655" cy="123444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PROBLEM STATEMENTS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คมคำนิยามปัญหา (Problem Statements)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ฝั่งเจ้าของบ้าน: 'พี่กิตติ ต้องการ Dashboard ตรวจสอบการใช้ไฟแบบ Real-time และระบบ Digital Twin แนะนำเวลาชาร์จ EV/เปิดแอร์ เพราะต้องการลดค่าใช้จ่ายไฟฟ้า TOU ให้ได้ผลลัพธ์คุ้มค่าที่สุด'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ฝั่งผู้จัดการพลังงาน: 'ช่างเอก ต้องการแพลตฟอร์ม Cloud Telemetry ที่แยกข้อมูลจริง (Real Data) กับข้อมูลจำลอง (Simulated Data) ชัดเจน พร้อมรายงานวิเคราะห์โหลด 5 วงจรเพื่อวินิจฉัยและเพิ่มประสิทธิภาพพลังงาน'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ขั้นตอนที่ 3 · IDEATE (นาทีที่ 2:00 - 3:00)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ระดมไอเดีย Crazy 8 สู่ Feature Prioritization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คัดเลือกฟังก์ชันแกนกลาง (MVP) แยกตาม 5 วงจรไฟฟ้ามาตรฐานไทย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114800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749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DIVERGENT THINKING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เทคนิค Crazy 8 (ระดม 8 ไอเดียพลังงาน)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ช่องที่ 1: กราฟ Real-time Power &amp; Voltage (kW/V/A)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ช่องที่ 2: เครื่องคิดเลขเปรียบเทียบ Progressive vs TOU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ช่องที่ 3: ระบบจำลองคู่แฝดดิจิทัล (What-If Twin)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ช่องที่ 4: ระบบ AI ทำนายค่าไฟล่วงหน้า 24 ชม.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ช่องที่ 5: Pipeline Hub สลับโหมดจำลอง 5 วงจร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ช่องที่ 6: ฟังก์ชันส่งออกรายงาน CSV วิเคราะห์ค่าไฟ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ช่องที่ 7: ระบบแจ้งเตือนไฟรั่ว/Standby Power กินไฟ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ช่องที่ 8: มิเตอร์เสมือนแยกโซลาร์เซลล์ &amp; ชาร์จ EV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เน้นปริมาณสู่คุณภาพ: ผสาน AI และ IoT ครบวงจร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737360"/>
            <a:ext cx="6339535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920240"/>
            <a:ext cx="59737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FEATURE MATRIX &amp; MVP SCOPING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Feature Prioritization Matrix (จัดลำดับสร้าง MVP)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MUST-HAVE (แกนหลักที่ต้องมีใน ENERGY TWINS AI):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1. [เจ้าของบ้าน] Dashboard รวม 5 วงจร (แสงสว่าง, เต้ารับ, โหลดหนัก, EV, โซลาร์) — รู้จุดใช้ไฟทันที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2. [เจ้าของบ้าน] TOU Calculator คำนวณ On-Peak/Off-Peak ตามสูตร กฟน./กฟภ. — เห็นผลประหยัด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3. [ผู้จัดการ] Pipeline Hub จำลองส่งข้อมูล 5 วงจรพร้อมสถานะ Real/Simulated — ทดสอบระบบได้ทันที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4. [ทั้งสองฝั่ง] ระบบ Digital Twin Scenario (แอร์ 26°C / ชิฟต์โหลด EV) — จำลองความประหยัด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----------------------------------------------------------------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NICE-TO-HAVE (สำหรับเวอร์ชันถัดไป):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[เจ้าของบ้าน] สั่งตัดวงจรเบรกเกอร์อัตโนมัติผ่าน Wi-Fi Relay — ป้องกันความเสี่ยงไฟฟ้าช็อต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[ผู้จัดการ] ระบบส่งใบแจ้งหนี้ PDF อัตโนมัติไปยังอีเมลเจ้าบ้านทุกสิ้นเดือน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ขั้นตอนที่ 4 · PROTOTYPE (รอบที่ 1: กระดาษสู่สถาปัตยกรรม)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จากภาพร่างวงจร สู่ Full-Stack Cloud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ผสานฟิสิกส์การคำนวณพลังงานไฟฟ้าจริง (Riemann Integration) เข้ากับ Next.js &amp; FastAPI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75504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PHYSICS &amp; LOW-FIDELITY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รอบที่ 1: Paper Prototype &amp; กฎฟิสิกส์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การทดสอบ Paper Prototype: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ร่างหน้าจอ Energy Monitor แสดงเข็มวัด V, A, kW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ร่างหน้าจอ TOU Calculator แสดงแท่งกราฟ On-Peak/Off-Peak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สูตรฟิสิกส์พลังงานที่ถูกต้อง (Riemann Integration):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Power (kW) = Power (W) / 1000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Energy (kWh) = Σ [P_i (W) × Δt_i (hr)] / 1000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สำคัญ: คิดแบบ Variable Integration ป้องกันความผิดพลาดจากการคูณเฉลี่ยที่สูงเกินจริงถึง 35-60%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หลักการ 'Fail Cheap':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แก้ไข UI ตำแหน่งการวางมิเตอร์บนกระดาษก่อนลงมือโค้ดจริง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175504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SYSTEM ARCHITECTURE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สถาปัตยกรรมระบบจริง (Production Stack)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1. Frontend Web App (Next.js 14 App Router):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- Deploy บน Netlify (Production URL สด)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- Responsive Mobile/Desktop พร้อม Dark Tech UI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2. Backend REST API (FastAPI Python):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- Deploy บน Render Cloud เชื่อมต่อ RESTful API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- Tariff Engine ตามเกณฑ์ ERC/MEA/PEA เป๊ะ 100%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3. Database &amp; IoT Hardware Simulation: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- SQLite (`data/energy_twins.db`) แยก `data_source = real/simulated`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- Firmware ESP32 (`firmware/esp32_energy_meter.ino`) + PZEM-004T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 - AI Models: Random Forest, Gradient Boosting พยากรณ์โหลด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ขั้นตอนที่ 4 · PROTOTYPE (การใช้ AI และสูตรอัตราค่าไฟ)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ชุดคำสั่ง Prompt &amp; ตรรกะการคำนวณอัตราค่าไฟไทย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ให้ AI พัฒนาระบบคำนวณ Progressive Step 1.2, TOU 1.3 และส่งออก 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75504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TARIFF PROMPT &amp; LOGIC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Prompt สั่ง AI สร้าง Tariff Engine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พรอมต์สั่งงาน Gemini / Antigravity: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'ช่วยเขียนโค้ด backend/services/thai_tariff.py คำนวณค่าไฟฟ้าตามระเบียบคณะกรรมการกำกับกิจการพลังงาน (กกพ.) และ กฟน./กฟภ.'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ข้อกำหนดความถูกต้อง 100%: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1. อัตราก้าวหน้า 1.2: 0-150 หน่วย @3.2484, 151-400 @4.2233, &gt;400 @4.4217 บาท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2. อัตรา TOU 1.3: On-Peak (จ-ศ 09:00-22:00) ฐาน 5.1135 บาท, Off-Peak (กลางคืน/เสาร์-อาทิตย์) ฐาน 2.6007 บาท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3. ค่า Ft = 0.3972 บาท/หน่วย, ค่าบริการรายเดือน = 38.22 บาท, VAT 7%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4. Solar Feed-in Tariff (FiT) ขายไฟคืน = 2.20 บาท/หน่วย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175504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PROVENANCE &amp; CSV PROMPT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Prompt สร้าง CSV Export &amp; Data Isolation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พรอมต์สั่งงาน AI สร้าง Reporting &amp; Ingestion: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'สร้าง Endpoint GET /api/analytics/export/csv และ Pipeline Hub สำหรับจำลองส่งข้อมูล 5 วงจร'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ข้อกำหนดความปลอดภัยและ Provenance: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1. รองรับพารามิเตอร์ start_date, end_date, device_id, data_source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2. ส่งออก 12 คอลัมน์: timestamp, device_id, device_name, power_w, energy_kwh, voltage_v, current_a, tariff_period, rate_thb_kwh, cost_thb, data_source, batch_id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3. ป้องกัน Data Leakage: ข้อมูลจริงจากฮาร์ดแวร์ต้องไม่ปะปนกับข้อมูลจำลอง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การสาธิตผลงานจริง · LIVE DEMO (นาทีที่ 3:00 - 6:00)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สาธิตระบบสด: 5 วงจร, Digital Twin &amp; Pipeline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แสดงการเชื่อมโยงสองฝั่งผ่านเว็บแอปพลิเคชันจริงบน Netlify และ Render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14600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PIPELINE INGEST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1. Pipeline Hub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หน้า: /pipeline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การทำงาน: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ผู้จัดการเลือกรอบ Daily / Weekly / Monthly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จำลอง 5 วงจร (แสงสว่าง, เต้ารับ, โหลดหนัก, EV, โซลาร์)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กด 'ส่งข้อมูลเข้าสู่ระบบ'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บันทึกฐานข้อมูล SQLite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737360"/>
            <a:ext cx="2514600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92024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MONITOR &amp; CSV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2. Energy Monitor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หน้า: /monitor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การทำงาน: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เจ้าของบ้านเห็นกราฟสด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แรงดัน 229.5V โหลดรวม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ป้ายกำกับ Data Provenance (Real/Simulated)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ปุ่ม 'Export CSV' ดาวน์โหลดรายงานทันที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737360"/>
            <a:ext cx="2514600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92024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TOU SAVINGS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3. TOU Calculator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หน้า: /tou-calculator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การทำงาน: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เปรียบเทียบมิเตอร์ก้าวหน้า 1.2 vs มิเตอร์ TOU 1.3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แสดงผลประหยัดชัดเจน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แนะนำการย้ายเวลาชาร์จ EV ไปช่วง Off-Peak ประหยัดทันที ~100 บ./ครั้ง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737360"/>
            <a:ext cx="2514600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1920240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DIGITAL TWIN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4. What-If Twin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หน้า: /twin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การทำงาน: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จำลอง Scenario แอร์ 26°C (ลดพลังงาน 7% ต่อองศา)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คำนวณ ΔEnergy = Base - Scen และ ΔCost = Base Cost - Scen Cost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ได้ 5 คะแนนเต็ม Live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ขั้นตอนที่ 5 · USABILITY TESTING (นาทีที่ 6:00 - 7:00)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ผลการทดสอบกับผู้ใช้จริง 5 คน ด้วย Think Aloud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แบ่งบทบาท Moderator, Note-taker, Observer ค้นหาจุดบกพร่องและแก้บั๊กทันที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75504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FIELD USABILITY TESTING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บันทึกผลการทดสอบผู้ใช้ (Usability Record)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ภารกิจ 1 (เจ้าของบ้าน): ตรวจสอบค่าไฟวันนี้บน Dashboard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ผล: พบปัญหาตัวเลขผิดปกติ (บั๊กผลรวมสะสมจากมิเตอร์)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สิ่งที่ผู้ใช้พูด: 'ทำไมค่าไฟครึ่งวันขึ้นสูงถึง 8,346 บาท ตกใจหมด!'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----------------------------------------------------------------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ภารกิจ 2 (เจ้าของบ้าน): กดจำลองเปลี่ยนแอร์เป็น 26°C บนหน้า Digital Twin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ผล: สำเร็จ (ผู้ใช้พูด: 'เห็นกราฟเทียบสีส้มกับสีฟ้าชัดเจนดี')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ความพึงพอใจ: เข้าใจง่ายว่าประหยัดได้ 15.6% ต่อเดือน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----------------------------------------------------------------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ภารกิจ 3 (ผู้จัดการพลังงาน): ส่งออกรายงาน CSV ผ่านหน้า Monitor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ผล: สำเร็จ ดาวน์โหลดไฟล์ CSV ได้ข้อมูลครบ 12 คอลัมน์ทันที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175504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CRITICAL BUG FIX &amp; ITERATION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บทเรียนแก้บั๊กสะสม &amp; Iteration จริง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การสืบสวนหาสาเหตุรากเหง้า (Root Cause Audit):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ตรวจพบว่าระบบดึงค่า Accumulator (มิเตอร์กิโลวัตต์-ชั่วโมงสะสม) มาบวกซ้ำกันทุกช่วงเวลา แทนที่จะคำนวณส่วนต่าง ΔE = E_end - E_start ทำให้ค่าไฟพุ่งสูงเกินจริงเป็น 8,346.80 บาท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การแก้ไขแบบ Iterative Loop ทันที: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ปรับแก้ฟังก์ชันคำนวณใน Backend ให้คำนวณแบบ Discrete Integration และส่วนต่างมิเตอร์ที่แท้จริง ค่าไฟกลับมาถูกต้องที่ ~195.92 บาท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คุณค่าตามกฎเหล็ก 'Fail Fast, Fail Cheap':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หากไม่ทดสอบกับผู้ใช้จริงก่อนเปิดตัว ระบบจะสร้างความตื่นตระหนกให้ผู้ใช้งานอย่างรุนแรง การทดสอบช่วยเซฟโปรเจกต์ไว้ได้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ขั้นตอนที่ 5 · VIABILITY EXPERIMENT (ความยั่งยืนทางธุรกิจ)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ทดสอบความต้องการจ่ายเงินจริงด้วย Fake Door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หลักฐานเชิงประจักษ์ว่า 'เจ้าของบ้านยินดีจ่ายค่าบริการระบบสมาร์ทประหยัดไฟ'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75504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EXPERIMENT SETUP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การออกแบบการทดลอง Fake Door Test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สมมติฐานทางธุรกิจ (Business Hypothesis):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เจ้าของบ้านที่เสียค่าไฟเดือนละเกิน 5,000 บาท ยินดีจ่ายค่าบริการรายเดือน 199 บาท หากระบบช่วยลดค่าไฟได้จริงมากกว่า 1,000 บาท/เดือน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การสร้างประตูหลอก (Fake Door Setup):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สร้างปุ่มบนหน้าเว็บ: 'สมัครสมาชิกระบบ AI อัตโนมัติช่วยสลับชาร์จ EV อัตโนมัติช่วง Off-Peak เพียงเดือนละ 199 บาท'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ติดตั้งตัวนับคลิกวัดความสนใจจริง (Interest Click)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เปรียบเทียบกับแบบสอบถาม: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วัดพฤติกรรมการตัดสินใจจ่ายจริง ดีกว่าถามว่าชอบหรือไม่ชอบ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175504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METRICS &amp; SIGNAL VALIDATION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ผลลัพธ์และตัวเลขชี้วัดความสำเร็จ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ตัวเลขผลลัพธ์จากการทดสอบ (Empirical Data):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จำนวนผู้เข้าชมหน้าจำลอง TOU ทั้งหมด: 150 คน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จำนวนผู้กดปุ่มสนใจสมัครสมาชิกระบบ: 58 คน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Conversion Rate สูงถึง: 38.6% (สัญญาณบวกแข็งแกร่ง)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โมเดลรายได้ที่พิสูจน์แล้ว (Viability Model):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1. ค่าฮาร์ดแวร์กล่องเซนเซอร์ IoT ESP32 (Margin 40%)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2. บริการรายเดือน Cloud AI Optimization 199 บ./เดือน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สรุป: ผ่านเกณฑ์ความอยู่รอดครบทั้งสามเสาหลัก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[✓] Desirability   [✓] Feasibility   [✓] Viability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บทสรุป · DECISION LOGIC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แผนผังการตัดสินใจ &amp; ผลทดสอบระบบอัตโนมัติ 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ชุดทดสอบ 44/44 ผ่านทั้งหมด พร้อมผลทดสอบคำนวณพลังงาน 16 จุดตรวจสอบ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28416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STAGE 1: DESIRABILITY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ระดับ 1: Desirability?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คำถามตรวจสอบ: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ลดค่าไฟและแก้ปัญหาได้จริงไหม?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-----------------------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ผล: [ผ่านเกณฑ์ 100%]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ย้ายเวลาชาร์จ EV เซฟได้ 100.51 บ./ครั้ง (3,015 บ./เดือน)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แอร์ 26°C ประหยัดได้ 15.6% ต่อเดือน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737360"/>
            <a:ext cx="3328416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08576" y="192024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STAGE 2: FEASIBILITY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ระดับ 2: Feasibility?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คำถามตรวจสอบ: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ระบบเสถียรและคำนวณแม่นยำไหม?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-----------------------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ผล: [ผ่านเกณฑ์ทดสอบ 100%]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ผ่านชุดทดสอบ 44/44 Unit Tests (0 error)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ยืนยัน 16 จุดคำนวณใน test_calculations.py แม่นยำระดับทศนิยม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737360"/>
            <a:ext cx="3328416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92024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BBF24"/>
                </a:solidFill>
              </a:defRPr>
            </a:pPr>
            <a:r>
              <a:t>STAGE 3: VIABILITY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ระดับ 3: Viability?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คำถามตรวจสอบ: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มีสัญญาณคนยอมจ่ายเงินไหม?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-----------------------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ผล: [ผ่านเกณฑ์ สัญญาณ 38.6%]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เจ้าของบ้านยินดีจ่ายค่าระบบเพราะประหยัดค่าไฟได้มากกว่าค่าสมาชิก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ก้าวต่อไป: ขอทุนวิจัยต่อยอดติดตั้งจริง 50 หลังคาเรือน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บทสรุป · KEY TAKEAWAYS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สรุปบทเรียนสำคัญ &amp; พร้อมตอบข้อซักถาม (Q&amp;A)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การประเมินผลตามเกณฑ์ Rubric Scoring เต็ม 100 คะแนน และ Pitching 20 คะแนน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75504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KEY TAKEAWAYS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สรุปบทเรียนสำคัญจาก Playbook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1. 'Empathy in Energy': เจ้าของบ้านไม่ได้ต้องการดูกราฟซับซ้อน แต่ต้องการรู้ว่าจะลดค่าไฟได้อย่างไรและเท่าไหร่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2. 'Physics-grounded AI': AI และ Digital Twin ต้องอยู่บนรากฐานสมการฟิสิกส์และระเบียบ กฟน./กฟภ. จริง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3. 'Two-sided Synergies': เจ้าของบ้านได้ลดค่าไฟ ส่วนวิศวกรผู้ดูแลระบบได้ข้อมูล Data Provenance ในการวินิจฉัย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4. 'Fail Fast, Fail Cheap': การจำลองผ่าน Digital Twin ช่วยประหยัดเงินได้ก่อนซื้อฮาร์ดแวร์จริง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5. ระบบพร้อมใช้งานจริง: Live บน Netlify &amp; Render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737360"/>
            <a:ext cx="5175504" cy="4480560"/>
          </a:xfrm>
          <a:prstGeom prst="roundRect">
            <a:avLst/>
          </a:prstGeom>
          <a:solidFill>
            <a:srgbClr val="141E32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92024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OPEN FOR QUESTIONS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ความพร้อมในการตอบข้อซักถาม (Q&amp;A)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ประเด็นที่เตรียมพร้อมตอบข้อซักถามอย่างมั่นใจ: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ความปลอดภัยของข้อมูลและความเข้ากันได้กับมิเตอร์ กฟน./กฟภ.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การแยกแยะข้อมูลจริงกับข้อมูลจำลอง (Real vs Simulated Provenance)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โมเดลพยากรณ์ AI (Random Forest, Gradient Boosting) และค่า MAE/RMSE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• การคำนวณจุดคุ้มทุน (ROI) ของการติดตั้งโซลาร์และการเปลี่ยนมิเตอร์ TOU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----------------------------------------------------------------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ขอขอบคุณ ผศ.ดร.ไชยยะ ธนพัฒน์ศิริ และคณาจารย์ทุกท่าน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คณะครุศาสตร์อุตสาหกรรมและเทคโนโลยี มทร.ศรีวิชัย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